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RVU.MOREX.r3.2HG0112910__MGmin2__E0.8__ref_A_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222" y="0"/>
            <a:ext cx="7715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RVU.MOREX.r3.3HG0299450__MGmin2__E0.8__ref_A_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222" y="0"/>
            <a:ext cx="7715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RVU.MOREX.r3.3HG0301710__MGmin2__E0.85__ref_A_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222" y="0"/>
            <a:ext cx="7715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RVU.MOREX.r3.3HG0301750__MGmin2__E0.4__ref_A_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222" y="0"/>
            <a:ext cx="7715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RVU.MOREX.r3.3HG0301770__MGmin3__E0.8__ref_C_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222" y="0"/>
            <a:ext cx="7715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RVU.MOREX.r3.3HG0322580__MGmin2__E0.5__ref_D_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222" y="0"/>
            <a:ext cx="7715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RVU.MOREX.r3.7HG0642350__MGmin2__E0.2__ref_C_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222" y="0"/>
            <a:ext cx="7715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RVU.MOREX.r3.7HG0729010__MGmin2__E0.5__ref_A_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222" y="0"/>
            <a:ext cx="771525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